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29CA-4180-64D1-0BD0-F75ED2CDE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EC0E5-0CE8-015A-9A13-89604AF6D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C27BB-F27D-E888-1278-BC1D8B29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732D1-2386-7950-9017-64A71150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4922C-8437-A600-7310-FF773D04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7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58FB-70BE-589F-B9A0-3CBA799B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7A0A-9AF1-54E0-1E5F-707332F18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459C1-76E0-D99F-01AA-86E0E2D1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68C34-2802-56E2-0C39-A3D54EC1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71D71-4EBC-A175-3924-D1708395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5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2481-E690-A680-A226-85D03C8D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E1F6C-AC75-F2F6-0D84-0DB626E7E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42B82-E332-953A-0F47-7A2924A7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C2C57-41A1-3E64-6160-1BAEDBC3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DB073-91F0-D741-306A-9EB196D6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9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2419-6E95-1108-1989-220493BA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E228-D25E-C672-1E2F-9F11DDCFE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F0832-5B64-7073-DA89-228A7DCBC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60024-8D63-293E-B822-151FB688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B7459-FEF6-DF62-E4CA-20A4F9BD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89A4A-4ADA-0625-9A1C-7B27AC7B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02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704F7-957B-EE91-C11E-A67DFF73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8E8C7-8F89-767E-C7B6-DB7AC76A4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9769D-3C3A-6D92-A735-0BBE9AC13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C5732-87AB-D2CE-EAFD-87A7F8F9D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C4DF9-AB2B-9231-A7BB-A9BEA74E7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CD485C-EBAC-CB3D-2BB0-9ADB533B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24F3B2-892A-E21E-44EE-0A013A900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2704A-FF1A-6D90-3E39-28C99E48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3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39C-C3C2-E34B-1E66-6FEBEF45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230B6-91D4-850D-27D5-7F5A54D7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F300E-A33D-823D-0F05-907718F1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2EE69-7724-9EE1-2BF2-C8A76DA4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5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9F54E-B1C9-A869-ECB0-1D12FFE9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25BD3-9548-E9AF-EEE8-FC28CBB1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DE53-3706-E584-EE7B-3C7FBECF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8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D8E4-097C-8CAD-6170-E50CAD27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93B21-6488-4120-D049-9598B3160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FAF2C-92B6-D864-D6E7-9EE009DA9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F0E58-B26B-F63D-8693-08FC4EA0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1B4D5-62A2-42F2-B754-AAD716D6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9D163-007B-A277-C6F7-9DF11BB3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3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FA46E-BE2A-5199-33C9-E787B009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01D34-92F3-C5D1-E150-DE64B3017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10C1E-E50E-38BA-FD49-3FA4D875B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56DD1-3E61-96FE-11F9-C7EBBFE8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755EB-981A-A44D-DBA3-1D0F596F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5556B-7259-9045-7492-D996AB95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9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0103D-C197-9C95-6B85-06EFB8AF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23A23-1FAE-305A-57AD-07AC9C0A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7601C-7B53-390B-E70B-E6E809F0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8AF75-A3A4-2458-C621-B172309D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2ABEA-7B15-0743-7BF7-FCA34B2F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81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595F92-78F1-91FC-1EC1-199D60B00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0A239-1D6F-46D4-A320-096B55E0A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C762D-A832-569B-0AEF-5C9D8EAA3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FE7B9-D622-828B-EED0-174DCA2ED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CC31B-3BA0-290E-79A7-CEA9EF0D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7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FA1D6-7AD7-A470-FC26-A268212C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BC737-C799-AAE5-3B8E-0310C8768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45810-27A9-4F61-9CD8-6D54986B3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3C414-6533-47C8-9E74-98399EBB05AB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50A34-FC1F-0229-1830-93ABE8872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17BF7-6FF5-717E-792B-B2A7C8EFB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62286-936E-4D97-BF20-32AADEFF3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1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E3144-AABE-B50E-EA85-1BD2BA4E583A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Fast F1 CUDA Ghost Car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C651F-571E-6479-C1B6-D0E3819CA755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CUDA/C++ lap comparison and ghost-car replay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Fast-F1 export for real telemetry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Native replay with browser viewer</a:t>
            </a:r>
          </a:p>
        </p:txBody>
      </p:sp>
    </p:spTree>
    <p:extLst>
      <p:ext uri="{BB962C8B-B14F-4D97-AF65-F5344CB8AC3E}">
        <p14:creationId xmlns:p14="http://schemas.microsoft.com/office/powerpoint/2010/main" val="130590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D307AB-6652-CE8D-BE59-D5BE8F2A4C0C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Project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E2491-C494-91C7-9266-AACF721238FA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Compare two laps on a shared distance basis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Show who is ahead at the same elapsed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Make replay easier to read than static delta tables</a:t>
            </a:r>
          </a:p>
        </p:txBody>
      </p:sp>
    </p:spTree>
    <p:extLst>
      <p:ext uri="{BB962C8B-B14F-4D97-AF65-F5344CB8AC3E}">
        <p14:creationId xmlns:p14="http://schemas.microsoft.com/office/powerpoint/2010/main" val="3918984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A1759-FB3F-331D-6C36-B42F5B35B216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A21C8-EFC6-2083-2C90-4D09D0A944A2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telemetry_loader: CSV import and sample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lap_processing.cu: distance, resampling, delta, GPU rendering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renderer/ui/main: image output, viewer, session picker</a:t>
            </a:r>
          </a:p>
        </p:txBody>
      </p:sp>
    </p:spTree>
    <p:extLst>
      <p:ext uri="{BB962C8B-B14F-4D97-AF65-F5344CB8AC3E}">
        <p14:creationId xmlns:p14="http://schemas.microsoft.com/office/powerpoint/2010/main" val="118796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6AEC8C-16B9-AFB4-B1AA-56AB0CEEFF92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Data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1FE82D-351C-8A4A-EFC4-5B451DC5187D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Python export is one-time per session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Session folders support fastest, all-accurate, and all-laps modes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Manifest carries session, lap number, lap time, and filenames</a:t>
            </a:r>
          </a:p>
        </p:txBody>
      </p:sp>
    </p:spTree>
    <p:extLst>
      <p:ext uri="{BB962C8B-B14F-4D97-AF65-F5344CB8AC3E}">
        <p14:creationId xmlns:p14="http://schemas.microsoft.com/office/powerpoint/2010/main" val="12743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558E9-47A0-BEAC-630F-CC50BFFB35DD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CUDA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5B218-3528-521B-C77A-977358C18E64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Segment length kernel and cumulative distance scan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Uniform distance-grid resampling for both laps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Delta computation and frame rendering on the GPU</a:t>
            </a:r>
          </a:p>
        </p:txBody>
      </p:sp>
    </p:spTree>
    <p:extLst>
      <p:ext uri="{BB962C8B-B14F-4D97-AF65-F5344CB8AC3E}">
        <p14:creationId xmlns:p14="http://schemas.microsoft.com/office/powerpoint/2010/main" val="78434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054AA5-A662-BC8C-E9BF-EB71A0D49F0E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User Experience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888EB-4A3C-CC96-FA00-B690A3E864C5}"/>
              </a:ext>
            </a:extLst>
          </p:cNvPr>
          <p:cNvSpPr txBox="1"/>
          <p:nvPr/>
        </p:nvSpPr>
        <p:spPr>
          <a:xfrm>
            <a:off x="685800" y="1397000"/>
            <a:ext cx="7874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Folder picker supports driver and lap selection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Default fastest exported lap is available with 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Viewer shows session, drivers, lap numbers, lap times, and 300-frame replay</a:t>
            </a:r>
          </a:p>
        </p:txBody>
      </p:sp>
    </p:spTree>
    <p:extLst>
      <p:ext uri="{BB962C8B-B14F-4D97-AF65-F5344CB8AC3E}">
        <p14:creationId xmlns:p14="http://schemas.microsoft.com/office/powerpoint/2010/main" val="278689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AFF8B-6687-B2E3-4C0B-73970FED2847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Current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FEFC9-3D5F-5EE1-49B1-4C7411EE1A3E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HTML viewer is intentionally simple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No telemetry charts or interactive scrubbing yet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Manifest parsing in C++ is lightweight rather than schema-driven</a:t>
            </a:r>
          </a:p>
        </p:txBody>
      </p:sp>
    </p:spTree>
    <p:extLst>
      <p:ext uri="{BB962C8B-B14F-4D97-AF65-F5344CB8AC3E}">
        <p14:creationId xmlns:p14="http://schemas.microsoft.com/office/powerpoint/2010/main" val="2231369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BE27FC-DBA5-43A0-6F3F-F22DF59B902E}"/>
              </a:ext>
            </a:extLst>
          </p:cNvPr>
          <p:cNvSpPr txBox="1"/>
          <p:nvPr/>
        </p:nvSpPr>
        <p:spPr>
          <a:xfrm>
            <a:off x="457200" y="304800"/>
            <a:ext cx="787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0D6BD-429F-C11D-BFD9-A998BFC316AC}"/>
              </a:ext>
            </a:extLst>
          </p:cNvPr>
          <p:cNvSpPr txBox="1"/>
          <p:nvPr/>
        </p:nvSpPr>
        <p:spPr>
          <a:xfrm>
            <a:off x="685800" y="1397000"/>
            <a:ext cx="7874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Improve viewer controls and analytics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Add richer session metadata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Expand testing and robustness around exports and manifests</a:t>
            </a:r>
          </a:p>
        </p:txBody>
      </p:sp>
    </p:spTree>
    <p:extLst>
      <p:ext uri="{BB962C8B-B14F-4D97-AF65-F5344CB8AC3E}">
        <p14:creationId xmlns:p14="http://schemas.microsoft.com/office/powerpoint/2010/main" val="3144348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Sadik Suny</dc:creator>
  <cp:lastModifiedBy>Sadik Suny</cp:lastModifiedBy>
  <cp:revision>1</cp:revision>
  <dcterms:created xsi:type="dcterms:W3CDTF">2026-05-04T00:31:52Z</dcterms:created>
  <dcterms:modified xsi:type="dcterms:W3CDTF">2026-05-04T00:31:52Z</dcterms:modified>
</cp:coreProperties>
</file>